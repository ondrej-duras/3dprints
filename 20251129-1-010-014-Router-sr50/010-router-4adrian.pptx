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15EF-D681-AD17-06D4-784D71AB0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129E5-5870-D483-C9AC-79AD6DC85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E5FF6-26B0-33A9-625E-140A290A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B66FD-A882-85B2-9B27-D5D6CC3F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EB765-1D77-63E5-DCE4-43FE91B5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0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4F9E-5CED-B25B-7AEE-7EB0737D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17E59-3CB2-4018-5999-A2B04D77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7F2E-9332-DD29-E68D-26E225FF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39B53-16A9-9449-4513-BDACE058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7B8B4-1B37-C210-FBF1-4A5A544A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6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C5D3-3CA3-780B-A58D-55816431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B1F11-FA79-0B07-B584-88ECCE572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156F-D750-0B33-B820-CA78C4FAE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BBADD-DAB6-AF2C-AAC3-8451C0A8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3402F-A6E5-D4EB-2F58-DC106AB6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49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97D8-DA13-E159-680D-BF591DC1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FE23E-C36B-0421-B358-1BBD0A16D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4696D-CC41-8060-0518-ED4FCB14F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13AA6-3C2C-4EEA-9F74-7F5E4988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676E6-23BB-FE50-0440-071D45ED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C3D19-CB5C-4EF9-C7CB-8418943D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8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50F1-59FB-1FE9-EF00-8D21AF46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71938-E73F-470C-9DDC-4ACE22ED3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FD7A2-FDCE-6954-A0BD-DF15AD776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2D74C-3FA6-7F1D-EFD3-091529BF5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F31A9-060E-F131-A803-00B1FA4D8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E0D40-8398-DAD8-7CFF-796D270A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B0EF5-651A-3296-B5D6-09424BFE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AF6DA-0D91-6286-9E87-2B1D035E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1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D99A-F59C-928C-D0C6-DD7C8ED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1107C-BA3F-B7DD-EAFF-25195D33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5D2BA-05F7-6A85-C2FC-18C6E6AD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D13BE-9144-2080-F81E-6EA00924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C8CBD-3034-E8E2-7D28-FF48F1BF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F9ECA-51D3-C8E8-AA73-ED4EB73A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5DCC4-3C81-8A5D-E15E-E3822B99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4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40D0-965F-DA56-7922-9FF6DA1C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42FD-2D22-7FC8-EB9B-F6458880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E5280-A0E3-EB76-F84A-78B5477BF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D5BD9-869A-9FE3-9022-3E7374AF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20EFF-A2BE-79F7-FF9A-CA1F289E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9021E-06E4-80AC-0E0A-B476BE90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52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E7F3-79A7-5805-E67D-6E24A98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DC70D-0B02-237C-52A5-20D97A1A5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7CC91-AC43-D4DE-11B2-CD817BB23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E9C02-C871-EA45-ABD3-C7041CBB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EE20D-882B-C07F-CE69-07B4BC52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44729-9ADF-4047-8299-D52C5D32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35DC-FA15-BAF9-6E4B-C116BF1F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ABD0F-AA53-194C-DC11-5264A6EAC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51F4-A747-561D-BAAC-C69691A3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21FDA-8593-0035-4E66-F1D5046C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5F53F-AF62-C59B-D058-06069507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4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D347C-E36B-6813-7CD7-C06B0D211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D7E3B-6C2F-338C-5549-89AFC57B6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837B2-A843-DE90-6955-826E2D22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2C727-FF86-F0A5-8B37-97E2ED00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99A59-E3EA-C2E1-44AF-3DD162FB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6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CB315-808B-D4A2-5A88-1DBA768D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F717-A4A6-0092-A2F3-1AAACCA69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76A00-26AF-4DC4-727A-23551ABFE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EC377-F8DF-4287-8C74-735ECD8EEDD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4DF32-1FAB-FAB2-380D-DE43EBB5E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94514-723F-7FE6-92A6-EBE82B564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B8B5F-8B7E-41E9-855F-6157E059B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4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A5E4-16C8-E7FE-ED19-56666CC9A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navrh</a:t>
            </a:r>
            <a:r>
              <a:rPr lang="en-US" dirty="0"/>
              <a:t> </a:t>
            </a:r>
            <a:r>
              <a:rPr lang="en-US" dirty="0" err="1"/>
              <a:t>darceka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D874C-962F-5DCB-A01C-DBD333723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54977"/>
            <a:ext cx="9144000" cy="747325"/>
          </a:xfrm>
        </p:spPr>
        <p:txBody>
          <a:bodyPr/>
          <a:lstStyle/>
          <a:p>
            <a:pPr lvl="1" algn="r"/>
            <a:r>
              <a:rPr lang="en-US" dirty="0" err="1"/>
              <a:t>kodove</a:t>
            </a:r>
            <a:r>
              <a:rPr lang="en-US" dirty="0"/>
              <a:t> </a:t>
            </a:r>
            <a:r>
              <a:rPr lang="en-US" dirty="0" err="1"/>
              <a:t>meno</a:t>
            </a:r>
            <a:r>
              <a:rPr lang="en-US" dirty="0"/>
              <a:t> : 4adrian</a:t>
            </a:r>
          </a:p>
        </p:txBody>
      </p:sp>
    </p:spTree>
    <p:extLst>
      <p:ext uri="{BB962C8B-B14F-4D97-AF65-F5344CB8AC3E}">
        <p14:creationId xmlns:p14="http://schemas.microsoft.com/office/powerpoint/2010/main" val="1748947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C4CC-8308-FFD5-C7F6-1340FE4E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plastova</a:t>
            </a:r>
            <a:r>
              <a:rPr lang="en-US" dirty="0"/>
              <a:t> </a:t>
            </a:r>
            <a:r>
              <a:rPr lang="en-US" dirty="0" err="1"/>
              <a:t>miniatura</a:t>
            </a:r>
            <a:r>
              <a:rPr lang="en-US" dirty="0"/>
              <a:t> </a:t>
            </a:r>
            <a:r>
              <a:rPr lang="en-US" dirty="0" err="1"/>
              <a:t>routra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nieje</a:t>
            </a:r>
            <a:r>
              <a:rPr lang="en-US" dirty="0"/>
              <a:t> to </a:t>
            </a:r>
            <a:r>
              <a:rPr lang="en-US" dirty="0" err="1"/>
              <a:t>uplne</a:t>
            </a:r>
            <a:r>
              <a:rPr lang="en-US" dirty="0"/>
              <a:t> SR-7 ...</a:t>
            </a:r>
            <a:r>
              <a:rPr lang="en-US" dirty="0" err="1"/>
              <a:t>len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podoba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1E3C4-488C-62DE-7E76-C0C54E231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54" y="1999957"/>
            <a:ext cx="8535591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4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1204-34A1-B8C2-008D-E2D6C13E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5838825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pohlad</a:t>
            </a:r>
            <a:r>
              <a:rPr lang="en-US" dirty="0"/>
              <a:t>  z </a:t>
            </a:r>
            <a:r>
              <a:rPr lang="en-US" dirty="0" err="1"/>
              <a:t>predu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C18D8-FAB5-3712-2034-E0766A48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006" y="561181"/>
            <a:ext cx="7249537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9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69CA-509C-DDA8-5B02-722EB4D9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5726476"/>
            <a:ext cx="10477500" cy="6159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pohlad</a:t>
            </a:r>
            <a:r>
              <a:rPr lang="en-US" dirty="0"/>
              <a:t> zo </a:t>
            </a:r>
            <a:r>
              <a:rPr lang="en-US" dirty="0" err="1"/>
              <a:t>zadu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0A7A5-0E51-B830-5976-C65CABDA3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48" y="309199"/>
            <a:ext cx="8630854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51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E432E-24F5-55F5-7AFC-1C9712A9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30975-C334-2AD1-1EA2-BECE6856B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76177"/>
            <a:ext cx="5506218" cy="3905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65732B-8D0A-E19E-5763-9FA8E10B0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76" y="2090466"/>
            <a:ext cx="5353797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4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navrh darceka</vt:lpstr>
      <vt:lpstr>plastova miniatura routra (nieje to uplne SR-7 ...len sa podoba)</vt:lpstr>
      <vt:lpstr>pohlad  z predu</vt:lpstr>
      <vt:lpstr>pohlad zo zadu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Ondrej DURAS</dc:creator>
  <cp:lastModifiedBy>Ondrej DURAS</cp:lastModifiedBy>
  <cp:revision>2</cp:revision>
  <dcterms:created xsi:type="dcterms:W3CDTF">2025-10-29T08:45:23Z</dcterms:created>
  <dcterms:modified xsi:type="dcterms:W3CDTF">2025-10-29T17:51:33Z</dcterms:modified>
</cp:coreProperties>
</file>